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DC47-C4D5-56A7-1583-3DA63D676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5817F-8780-EBFA-5135-56057B6E1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5228-5C84-188F-B155-43163A8D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75293-67FC-16DE-A264-85AF44E0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E80B1-DE92-5E86-5C1E-214797EA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801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7212A-21D5-83FA-D46B-15C4AFF5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B807-E519-E69D-F39A-FABE8C16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DD7D-A841-EC68-C4A4-DD384F12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B1010-5CCC-A178-A50C-D18B1C02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F830-5C11-25C3-A253-1A362733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1316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481F-36A3-EA41-B926-ECA40CD9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80D2D-2384-FB19-10C2-2889E89A9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032B9-90A5-312B-0346-BC1670162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F2D8-5238-043C-ED11-7A015297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84F2-C909-51FD-E190-5102694B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01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B408-52AA-B3A0-134D-259DC2D0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2A58-8237-D4EC-0423-4921651D4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765E4-62F8-B428-E6D0-9E785645A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79AA7-CE84-61EA-9E31-B6C26EE5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A5E39-FFDC-316B-2F7C-BDB31B55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AE9FB-511B-41A8-BBD3-FF5371DA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668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67EF-F87A-0623-621A-62B117CC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F1A77-0AE8-BC06-5EA1-7DEC68765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48E7A-FCC3-2AB7-2C04-31E6F048F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D8882-56C2-4FD3-F9E6-2E7CA2CC7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AF931-5BC7-D52D-CD02-7BA898830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1F1D0-2376-180B-7E55-81FBFC20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AEB31-DC59-1810-2C8B-CE13A6098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DA1B8-958A-08FB-BCC6-D0B4FB7B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277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EA2A7-BEB6-CF57-571F-CD941DE7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40546-49F6-7960-EEE0-BB590FAF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618B0-384F-4B40-B822-8F68AD93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A5ACC-9A22-981E-E922-CB153BB5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3782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1026A-0FB9-D319-D4A0-95C7F968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1A5D8-AA47-DF69-7D7C-E928CA86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AA22F-2CBF-40A4-3188-C639780F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406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4264-7239-580A-2C94-2488023C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7B51-0C54-937B-A002-B08811646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D5E13-6A04-4C9C-7FF3-54F834BDC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9D538-4112-A62D-FA81-5B0ED3E0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40612-77F4-034F-C650-0A7CA114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B56B9-8DB3-E538-98E0-AA34D969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954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62AE-93F2-F212-4E7E-5356A289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9B7AB-18FC-9BF5-5ABC-0AD3D73C0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4D4F3-ECC7-037D-916C-C8573F043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E3B5D-4698-8547-ADE7-9E94B800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68F9F-6585-86F1-A571-F528D3F4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8740E-6216-DAC8-B083-65965242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172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B1A0-DAB7-3B00-A491-7741E1DC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F484-0211-0E5E-3F2B-D857E2EF8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9F68E-336C-44D0-A49E-B97A353E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AB83D-D3EA-F74A-55B4-2D5F46527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9AE8B-9177-E7DC-4CAD-2705A5C3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983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95E80-22AF-93BC-4827-EFE47A46B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85B56-5083-14B7-4897-AE322AF9F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D7CC7-63E5-61EF-8828-D902F323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42BB7-7526-E4CC-A4DA-C4E587B3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932B3-2148-1139-341E-C1EEF5B8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069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62C240-4609-F505-22BB-79B7356C3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8DFF4-EF4E-D237-A6E9-9397D3703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69E3C-DF2E-5166-1B21-E814CD2CA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3EC55-578F-42F7-8023-FBF76E3F9C3A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C834-156A-B7D5-4FE2-3DEA8451D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EEB70-3F4C-16F7-6999-D78FBB326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23511-4199-4E48-9979-C1CFA5C454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177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act (software) - Wikipedia">
            <a:extLst>
              <a:ext uri="{FF2B5EF4-FFF2-40B4-BE49-F238E27FC236}">
                <a16:creationId xmlns:a16="http://schemas.microsoft.com/office/drawing/2014/main" id="{EDFEB89B-7F63-A548-DB89-054774209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552" y="927766"/>
            <a:ext cx="1129019" cy="102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E79A79-9487-E709-5486-2F1F084CC5DC}"/>
              </a:ext>
            </a:extLst>
          </p:cNvPr>
          <p:cNvSpPr txBox="1"/>
          <p:nvPr/>
        </p:nvSpPr>
        <p:spPr>
          <a:xfrm>
            <a:off x="4501529" y="1936902"/>
            <a:ext cx="850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</a:t>
            </a:r>
            <a:endParaRPr lang="en-MY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86777-55E0-87B7-0F49-36F9F836A333}"/>
              </a:ext>
            </a:extLst>
          </p:cNvPr>
          <p:cNvSpPr/>
          <p:nvPr/>
        </p:nvSpPr>
        <p:spPr>
          <a:xfrm>
            <a:off x="4154564" y="732775"/>
            <a:ext cx="3593255" cy="180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43B9D-4228-4909-4B76-53651463189C}"/>
              </a:ext>
            </a:extLst>
          </p:cNvPr>
          <p:cNvSpPr txBox="1"/>
          <p:nvPr/>
        </p:nvSpPr>
        <p:spPr>
          <a:xfrm>
            <a:off x="4046192" y="320886"/>
            <a:ext cx="1366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FRONTEND</a:t>
            </a:r>
            <a:endParaRPr lang="en-MY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48D33A-CB55-C0E8-A8AE-EC5D21EA33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14" t="21075" r="62086" b="21147"/>
          <a:stretch>
            <a:fillRect/>
          </a:stretch>
        </p:blipFill>
        <p:spPr>
          <a:xfrm>
            <a:off x="6095516" y="927766"/>
            <a:ext cx="980351" cy="9803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46F12C-1FC5-D10A-CAC8-EDE5B7A56F07}"/>
              </a:ext>
            </a:extLst>
          </p:cNvPr>
          <p:cNvSpPr txBox="1"/>
          <p:nvPr/>
        </p:nvSpPr>
        <p:spPr>
          <a:xfrm>
            <a:off x="5876121" y="1908117"/>
            <a:ext cx="163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TAILWIND CSS</a:t>
            </a:r>
            <a:endParaRPr lang="en-M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41D5E-EDE4-A995-D2DA-27DDB957C106}"/>
              </a:ext>
            </a:extLst>
          </p:cNvPr>
          <p:cNvSpPr txBox="1"/>
          <p:nvPr/>
        </p:nvSpPr>
        <p:spPr>
          <a:xfrm>
            <a:off x="1494031" y="5915325"/>
            <a:ext cx="104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</a:t>
            </a:r>
            <a:endParaRPr lang="en-MY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3E1D3-DE24-A843-58A0-9C1DFED56E47}"/>
              </a:ext>
            </a:extLst>
          </p:cNvPr>
          <p:cNvSpPr/>
          <p:nvPr/>
        </p:nvSpPr>
        <p:spPr>
          <a:xfrm>
            <a:off x="693382" y="4499667"/>
            <a:ext cx="4420483" cy="198489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FF81B-E7F9-EE97-6582-9A091936C0E2}"/>
              </a:ext>
            </a:extLst>
          </p:cNvPr>
          <p:cNvSpPr txBox="1"/>
          <p:nvPr/>
        </p:nvSpPr>
        <p:spPr>
          <a:xfrm>
            <a:off x="773552" y="175192"/>
            <a:ext cx="1275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DATABASE</a:t>
            </a:r>
            <a:endParaRPr lang="en-MY" b="1" dirty="0"/>
          </a:p>
        </p:txBody>
      </p:sp>
      <p:pic>
        <p:nvPicPr>
          <p:cNvPr id="2050" name="Picture 2" descr="Python Logo Sketch freebie - Download free resource for Sketch - Sketch App  Sources">
            <a:extLst>
              <a:ext uri="{FF2B5EF4-FFF2-40B4-BE49-F238E27FC236}">
                <a16:creationId xmlns:a16="http://schemas.microsoft.com/office/drawing/2014/main" id="{1B81AC32-0339-5D62-A709-D9A000D6D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61" y="4711198"/>
            <a:ext cx="1569682" cy="117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77751692-9C9D-DA7C-4FCD-63F3655DC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296" y="3737972"/>
            <a:ext cx="1114584" cy="69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ensorFlow - Wikipedia">
            <a:extLst>
              <a:ext uri="{FF2B5EF4-FFF2-40B4-BE49-F238E27FC236}">
                <a16:creationId xmlns:a16="http://schemas.microsoft.com/office/drawing/2014/main" id="{3BEB2D0E-71A8-8E33-B058-09C42B854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238" y="4711198"/>
            <a:ext cx="2029539" cy="129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Google AI Pro &amp; Ultra — get access to Gemini 3.1 Pro &amp; more">
            <a:extLst>
              <a:ext uri="{FF2B5EF4-FFF2-40B4-BE49-F238E27FC236}">
                <a16:creationId xmlns:a16="http://schemas.microsoft.com/office/drawing/2014/main" id="{27421F46-CE0D-5D9A-4ED4-46E01BBCD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5" t="27265" r="19634" b="33410"/>
          <a:stretch>
            <a:fillRect/>
          </a:stretch>
        </p:blipFill>
        <p:spPr bwMode="auto">
          <a:xfrm>
            <a:off x="773552" y="2894718"/>
            <a:ext cx="1986380" cy="65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9184B3-26F2-EEA8-AC46-B1AEBA4AD18A}"/>
              </a:ext>
            </a:extLst>
          </p:cNvPr>
          <p:cNvCxnSpPr>
            <a:cxnSpLocks/>
          </p:cNvCxnSpPr>
          <p:nvPr/>
        </p:nvCxnSpPr>
        <p:spPr>
          <a:xfrm>
            <a:off x="4735102" y="2560870"/>
            <a:ext cx="0" cy="1964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10" descr="Firebase Brand Guidelines">
            <a:extLst>
              <a:ext uri="{FF2B5EF4-FFF2-40B4-BE49-F238E27FC236}">
                <a16:creationId xmlns:a16="http://schemas.microsoft.com/office/drawing/2014/main" id="{0368715B-6945-B2DD-F297-D8F5A6F01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151" y="2687135"/>
            <a:ext cx="1582994" cy="158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Here is what Cloudflare Workers do">
            <a:extLst>
              <a:ext uri="{FF2B5EF4-FFF2-40B4-BE49-F238E27FC236}">
                <a16:creationId xmlns:a16="http://schemas.microsoft.com/office/drawing/2014/main" id="{4F085792-963B-AA2B-6B01-7727D18CB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8684" y="1884386"/>
            <a:ext cx="1939574" cy="109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Firebase Brand Guidelines">
            <a:extLst>
              <a:ext uri="{FF2B5EF4-FFF2-40B4-BE49-F238E27FC236}">
                <a16:creationId xmlns:a16="http://schemas.microsoft.com/office/drawing/2014/main" id="{F041CA75-6647-73E7-57B6-4C8BCF29F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88" y="592812"/>
            <a:ext cx="1582994" cy="158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D09B7F-5E04-9F97-B8B8-1E53AC59C6D8}"/>
              </a:ext>
            </a:extLst>
          </p:cNvPr>
          <p:cNvSpPr/>
          <p:nvPr/>
        </p:nvSpPr>
        <p:spPr>
          <a:xfrm>
            <a:off x="825177" y="504175"/>
            <a:ext cx="1721617" cy="18023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264318-61D0-AF03-8F6E-7467561364BB}"/>
              </a:ext>
            </a:extLst>
          </p:cNvPr>
          <p:cNvSpPr txBox="1"/>
          <p:nvPr/>
        </p:nvSpPr>
        <p:spPr>
          <a:xfrm>
            <a:off x="649415" y="4107961"/>
            <a:ext cx="1233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BACKEND</a:t>
            </a:r>
            <a:endParaRPr lang="en-MY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0701FBD-4593-E61B-C72C-E3BCC8020BB5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546794" y="1384309"/>
            <a:ext cx="1607770" cy="210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9B8E17A-6334-A77B-8C4B-79FC2657423D}"/>
              </a:ext>
            </a:extLst>
          </p:cNvPr>
          <p:cNvSpPr/>
          <p:nvPr/>
        </p:nvSpPr>
        <p:spPr>
          <a:xfrm>
            <a:off x="649415" y="2794878"/>
            <a:ext cx="2231436" cy="94375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9AE43E8-16DA-351A-F8DF-A45234B8E465}"/>
              </a:ext>
            </a:extLst>
          </p:cNvPr>
          <p:cNvCxnSpPr>
            <a:cxnSpLocks/>
          </p:cNvCxnSpPr>
          <p:nvPr/>
        </p:nvCxnSpPr>
        <p:spPr>
          <a:xfrm flipV="1">
            <a:off x="2880851" y="3120028"/>
            <a:ext cx="1646699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CE7AD7-8D2E-E876-DA5E-2307F61EDC3C}"/>
              </a:ext>
            </a:extLst>
          </p:cNvPr>
          <p:cNvCxnSpPr>
            <a:cxnSpLocks/>
          </p:cNvCxnSpPr>
          <p:nvPr/>
        </p:nvCxnSpPr>
        <p:spPr>
          <a:xfrm>
            <a:off x="4500652" y="2535167"/>
            <a:ext cx="877" cy="5848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490BF67-BB8B-623F-27CD-2D82E47F898C}"/>
              </a:ext>
            </a:extLst>
          </p:cNvPr>
          <p:cNvSpPr txBox="1"/>
          <p:nvPr/>
        </p:nvSpPr>
        <p:spPr>
          <a:xfrm>
            <a:off x="608074" y="2425546"/>
            <a:ext cx="1886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 INTEGRATION</a:t>
            </a:r>
            <a:endParaRPr lang="en-MY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6119C5-4797-32A7-412F-6B6B97187372}"/>
              </a:ext>
            </a:extLst>
          </p:cNvPr>
          <p:cNvSpPr/>
          <p:nvPr/>
        </p:nvSpPr>
        <p:spPr>
          <a:xfrm>
            <a:off x="8597946" y="1386405"/>
            <a:ext cx="3155501" cy="477254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CB6749-715A-ED3E-0187-7AE3669345C0}"/>
              </a:ext>
            </a:extLst>
          </p:cNvPr>
          <p:cNvSpPr/>
          <p:nvPr/>
        </p:nvSpPr>
        <p:spPr>
          <a:xfrm>
            <a:off x="8919993" y="1807138"/>
            <a:ext cx="2549890" cy="250190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056" name="Picture 8" descr="How to use Cloud Run in Google Cloud | by Suraj Bhattarai | Medium">
            <a:extLst>
              <a:ext uri="{FF2B5EF4-FFF2-40B4-BE49-F238E27FC236}">
                <a16:creationId xmlns:a16="http://schemas.microsoft.com/office/drawing/2014/main" id="{1C03F782-6E52-F879-617B-A10705800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062" y="4462918"/>
            <a:ext cx="2443534" cy="128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F2A2E77-8ABA-7A73-22C3-6DE9A2CDD667}"/>
              </a:ext>
            </a:extLst>
          </p:cNvPr>
          <p:cNvSpPr/>
          <p:nvPr/>
        </p:nvSpPr>
        <p:spPr>
          <a:xfrm>
            <a:off x="8944151" y="4596822"/>
            <a:ext cx="2549890" cy="112186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879BB58-FC7D-0855-694B-615CA957BD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3358" y="3898874"/>
            <a:ext cx="1727101" cy="151575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B17874E-A722-D89B-F070-57C3F7BA9B8C}"/>
              </a:ext>
            </a:extLst>
          </p:cNvPr>
          <p:cNvCxnSpPr>
            <a:cxnSpLocks/>
          </p:cNvCxnSpPr>
          <p:nvPr/>
        </p:nvCxnSpPr>
        <p:spPr>
          <a:xfrm flipV="1">
            <a:off x="5127841" y="6158948"/>
            <a:ext cx="1646699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36C0828-93E5-A8E4-D95B-1BF58ED3887A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6742210" y="5414628"/>
            <a:ext cx="14699" cy="7443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C19744A-6CA9-4E03-49CA-CA49772F4421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6749559" y="2560870"/>
            <a:ext cx="7350" cy="13380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177F735-B45B-BBA0-F409-D9B84A05F46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620459" y="4656751"/>
            <a:ext cx="9774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772115F-2B58-A8D1-2EB4-E16DD2F3D80F}"/>
              </a:ext>
            </a:extLst>
          </p:cNvPr>
          <p:cNvSpPr txBox="1"/>
          <p:nvPr/>
        </p:nvSpPr>
        <p:spPr>
          <a:xfrm>
            <a:off x="8453568" y="997539"/>
            <a:ext cx="163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DEPLOYMENT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839960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Lee</dc:creator>
  <cp:lastModifiedBy>Jun Lee</cp:lastModifiedBy>
  <cp:revision>1</cp:revision>
  <dcterms:created xsi:type="dcterms:W3CDTF">2026-04-17T08:16:24Z</dcterms:created>
  <dcterms:modified xsi:type="dcterms:W3CDTF">2026-04-17T08:35:28Z</dcterms:modified>
</cp:coreProperties>
</file>